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336</c:v>
                </c:pt>
                <c:pt idx="2">
                  <c:v>2130</c:v>
                </c:pt>
                <c:pt idx="3">
                  <c:v>5797</c:v>
                </c:pt>
                <c:pt idx="4">
                  <c:v>10022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-101</c:v>
                </c:pt>
                <c:pt idx="1">
                  <c:v>-146</c:v>
                </c:pt>
                <c:pt idx="2">
                  <c:v>311</c:v>
                </c:pt>
                <c:pt idx="3">
                  <c:v>1584</c:v>
                </c:pt>
                <c:pt idx="4">
                  <c:v>2947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6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5期の体制で、年商100.2億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4.56億。制作も開発も業務委託と自動化で回す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91%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ツール外販37.5億 ＋ ③ C2C 27.5億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39.6倍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388億（ライン別・保守）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48.0倍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470億（ライン別）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56.5倍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553億（ライン別・強気）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3期に黒字化、5年目に年商100.2億・営業利益29.5億（29.4%）。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100.2億が立つ位置（億円）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5期（うち①制作は35.2）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34852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+20.8億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+26.6億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26.5%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+28.5億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+29.5億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29.4%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2027年6月までに実測値へ差し替えます。AXなし（1倍）でも営業利益率20.8%で成立する構造です。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5期の研究開発費は16億、売上の16.0%。モデルが強くなる→AX倍率が上がる→原価が下がる→さらに戻せる。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売上100.2億が何の積み上げなのかを、1本・1契約・1取引あたりで示します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3,727本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35.2億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578社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14,180人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210億の18%の規模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2.9万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ToC＝上限／ToB＝中点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個人向けは定価。法人向けは相見積もりが入るので中点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2.3万（79%）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27.5億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91.8億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売上100.2億の内訳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37.5億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3,727本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2002719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35.2億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555303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27.5億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②③で売上の65%。①のAX分を足すと91%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 ToC＝上限成約／ToB＝中点成約 を採用しています（全件を上限で置いた場合は上振れシナリオとして別に持ちます）。本版の数値は上限成約のままです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★は仮置きです。資金決済法の該当性・保険の料率と填補範囲・責任上限の水準は、いずれも1年目に弁護士および保険代理店と確定させます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3,742万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1.42億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2.90億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4.56億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ツール外販5.6億・C2C5.4億。ここで黒字化します（＋3.1億・14.6%）。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3期に黒字化。5期に年商100.2億・営業利益29.5億（29.4%）。社員は22名にとどめます。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743200"/>
                <a:gridCol w="25877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 ／ 61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1,040（1,213本）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555 ／ 535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2,266（2,529本）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1,933 ／ 1,596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87%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3,522（3,727本）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3,746 ／ 2,754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91%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事業計画_Ver0.8.xlsx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当社の想定時価総額は、保守的なライン別評価でも388億。維持基準100億に対して3.9倍のバッファがあります。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5期の売上100.2億・営業利益29.5億を前提に試算しています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388〜553億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401〜501億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人手に比例しない収益が91%であることを根拠にする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4.56億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社員22名で年商100.2億。国内SaaSの平均2,000〜4,000万に対して桁が違う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56.2億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39.6倍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470億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68.2億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80.2億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56.5倍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グロースの「上場5年経過後に時価総額100億円」に対し、保守的な388億でも3.9倍のバッファ。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上場時の創業者持分は42%前後、評価額は約163億（388億のとき）を想定しています。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②のツール外販37.5億は海外展開が前提で、Synthesia 210億の18%にあたる規模です。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制作1,213本・黒字化・ツールの海外展開に着手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2.2倍／ツール5.6億／通期黒字／監査開始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制作2,529本・スケール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3.0倍／ツール19.3億／C2C 16.0億／流通株式25%の設計合意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制作3,727本・上場申請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4.0倍／年商100.2億・営業利益29.5億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ToC＝上限／ToB＝中点で置いています。実際にどこで成約するかを1期から件数と単価の両方で実測します。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AX倍率は次点です。★20案件で実測し2027年6月に更新。4倍なら29.4%、1倍でも20.8%で成立します。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12,000万）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35170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76045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725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38023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69011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1億2,000万。残り約3,000万は2期への持ち越しです。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最大の費目は人件費（社員6名・5,300万）、次が研究開発（3,000万）。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5期37.5億の半分は海外。国内だけなら19億前後に落ちる。1期からSynthesia・HeyGenの価格と機能を追い、勝てる領域（日本語・日本市場の要求）に絞る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③が想定した価格で成約しない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★ToC＝上限／ToB＝中点で置いている。法人向けが中点も割るなら件数で補うのではなく②へ寄せる。件数と単価の両方を1期から実測する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③のC2CがGMV91.8億に届かない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ツール開発の投資を止めて制作に全振り。2期の赤字は▲1.5億→▲3,000万台まで縮む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制作を売上の35%に抑えた代わりに、②37.5億と③27.5億が計画の65%になりました。ここが最大の賭けです。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2026-09-23T13:46:47Z</dcterms:created>
  <dcterms:modified xsi:type="dcterms:W3CDTF">2026-09-23T13:46:47Z</dcterms:modified>
</cp:coreProperties>
</file>