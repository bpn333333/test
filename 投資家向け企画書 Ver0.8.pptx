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356</c:v>
                </c:pt>
                <c:pt idx="2">
                  <c:v>2420</c:v>
                </c:pt>
                <c:pt idx="3">
                  <c:v>6756</c:v>
                </c:pt>
                <c:pt idx="4">
                  <c:v>11738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-109</c:v>
                </c:pt>
                <c:pt idx="1">
                  <c:v>-130</c:v>
                </c:pt>
                <c:pt idx="2">
                  <c:v>521</c:v>
                </c:pt>
                <c:pt idx="3">
                  <c:v>2282</c:v>
                </c:pt>
                <c:pt idx="4">
                  <c:v>4195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2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5期の体制で、年商117.4億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5.34億。制作も開発も業務委託と自動化で回す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ツール外販39.4億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47.1倍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460億（ライン別・保守）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57.3倍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560億（ライン別）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67.5倍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3期に黒字化、5年目に年商117.4億・営業利益41.9億（35.7%）。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117.4億が立つ位置（億円）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0827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117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+33.3億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+39.0億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+41.0億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+41.9億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35.7%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2027年6月までに実測値へ差し替えます。AXなし（1倍）でも営業利益率28.3%で成立する構造です。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5期の研究開発費は16億、売上の13.6%。モデルが強くなる→AX倍率が上がる→原価が下がる→さらに戻せる。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売上117.4億が何の積み上げなのかを、1本・1契約・1取引あたりで示します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39.4億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210億の19%の規模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ToC・ToBとも上限成約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区分は買い手の違いを示すために残している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売上117.4億の内訳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1960108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39.4億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4705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②③で売上の70%。①のAX分を足すと92%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ToC・ToB とも上限成約（需要側の支払意思）を採用しています。本版の数値は上限成約のままです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★設立前に弁護士と確認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設立前に雛形を作成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★は仮置きです。資金決済法の該当性と業務委託の契約設計は③を作る前（設立前）に、保険の料率と填補範囲・責任上限の水準は1年目に確定させます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3,958万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5.34億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ツール外販5.9億・C2C7.9億。ここで黒字化します（＋5.2億・21.5%）。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3期に黒字化。5期に年商117.4億・営業利益41.9億（35.7%）。社員は22名にとどめます。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286000"/>
                <a:gridCol w="2377440"/>
                <a:gridCol w="1371600"/>
                <a:gridCol w="137160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ARR（②）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期末現金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 ／ 74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209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594 ／ 786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560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2,048 ／ 2,442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2,952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3,941 ／ 4,274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6,643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92%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当社の想定時価総額は、保守的なライン別評価でも460億。維持基準100億に対して4.6倍のバッファがあります。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5期の売上117.4億・営業利益41.9億を前提に試算しています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460〜660億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470〜587億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人手に比例しない収益が92%であることを根拠にする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5.34億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社員22名で年商117.4億。国内SaaSの平均2,000〜4,000万に対して桁が違う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47.1倍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81.4億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57.3倍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67.5倍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グロースの「上場5年経過後に時価総額100億円」に対し、保守的な460億でも4.6倍のバッファ。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上場時の創業者持分は42%前後、評価額は約194億（460億のとき）を想定しています。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②のツール外販39.4億は海外展開が前提で、Synthesia 210億の19%にあたる規模です。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2.2倍／ツール5.9億／通期黒字／監査開始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3.0倍／ツール20.5億／C2C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4.0倍／年商117.4億・営業利益41.9億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ToC・ToBとも上限成約で置いています。実際にどこで成約するかを1期から件数と単価の両方で実測します。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AX倍率は次点です。★20案件で実測し2027年6月に更新。4倍なら35.7%、1倍でも28.3%で成立します。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11,750万）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5050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8641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89711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81069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44855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724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1億1,750万。残り約3,250万は2期への持ち越しです。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最大の費目は人件費（社員6名・5,050万）、次が研究開発（3,000万）。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5期39.4億の半分は海外。国内だけなら20億前後に落ちる。1期からSynthesia・HeyGenの価格と機能を追い、勝てる領域（日本語・日本市場の要求）に絞る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★ToC・ToBとも上限で置いている。中点まで落ちると③は約6割になる。件数で補うのではなく②へ寄せる。件数と単価の両方を1期から実測する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ツール開発の投資を止めて制作に全振り。2期の赤字は▲1.4億→▲3,000万台まで縮む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制作を売上の30%に抑えた代わりに、②39.4億と③42.7億が計画の70%になりました。ここが最大の賭けです。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2026-09-23T16:27:51Z</dcterms:created>
  <dcterms:modified xsi:type="dcterms:W3CDTF">2026-09-23T16:27:51Z</dcterms:modified>
</cp:coreProperties>
</file>