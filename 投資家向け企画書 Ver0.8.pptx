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350</c:v>
                </c:pt>
                <c:pt idx="2">
                  <c:v>2382</c:v>
                </c:pt>
                <c:pt idx="3">
                  <c:v>6643</c:v>
                </c:pt>
                <c:pt idx="4">
                  <c:v>11543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-101</c:v>
                </c:pt>
                <c:pt idx="1">
                  <c:v>-136</c:v>
                </c:pt>
                <c:pt idx="2">
                  <c:v>498</c:v>
                </c:pt>
                <c:pt idx="3">
                  <c:v>2214</c:v>
                </c:pt>
                <c:pt idx="4">
                  <c:v>4078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2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5期の体制で、年商115.4億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5.25億。制作も開発も業務委託と自動化で回す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ツール外販37.5億 ＋ ③ C2C 42.7億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45.8倍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449億（ライン別・保守）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55.8倍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546億（ライン別）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65.8倍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644億（ライン別・強気）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3期に黒字化、5年目に年商115.4億・営業利益40.8億（35.3%）。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115.4億が立つ位置（億円）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5期（うち①制作は35.2）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40163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115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+32.1億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+37.9億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+39.8億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+40.8億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2027年6月までに実測値へ差し替えます。AXなし（1倍）でも営業利益率27.8%で成立する構造です。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5期の研究開発費は16億、売上の13.9%。モデルが強くなる→AX倍率が上がる→原価が下がる→さらに戻せる。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売上115.4億が何の積み上げなのかを、1本・1契約・1取引あたりで示します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3,727本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35.2億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578社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14,180人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210億の18%の規模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ToC・ToBとも上限成約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区分は買い手の違いを示すために残している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3.56万（79%）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42.7億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142.5億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売上115.4億の内訳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42.7億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187488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37.5億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3,727本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74705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35.2億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②③で売上の70%。①のAX分を足すと92%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 ToC・ToB とも上限成約（需要側の支払意思）を採用しています。本版の数値は上限成約のままです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42.7億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★は仮置きです。資金決済法の該当性・保険の料率と填補範囲・責任上限の水準は、いずれも1年目に弁護士および保険代理店と確定させます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3,887万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3.32億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5.25億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ツール外販5.6億・C2C7.9億。ここで黒字化します（＋5.0億・20.8%）。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3期に黒字化。5期に年商115.4億・営業利益40.8億（35.3%）。社員は22名にとどめます。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743200"/>
                <a:gridCol w="25877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 ／ 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1,040（1,213本）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555 ／ 786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2,266（2,529本）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1,933 ／ 2,442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89%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3,522（3,727本）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3,746 ／ 4,274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事業計画_Ver0.8.xlsx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当社の想定時価総額は、保守的なライン別評価でも449億。維持基準100億に対して4.5倍のバッファがあります。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5期の売上115.4億・営業利益40.8億を前提に試算しています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449〜644億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462〜577億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人手に比例しない収益が92%であることを根拠にする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5.25億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社員22名で年商115.4億。国内SaaSの平均2,000〜4,000万に対して桁が違う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65.0億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45.8倍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79.2億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55.8倍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65.8倍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グロースの「上場5年経過後に時価総額100億円」に対し、保守的な449億でも4.5倍のバッファ。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上場時の創業者持分は42%前後、評価額は約189億（449億のとき）を想定しています。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②のツール外販37.5億は海外展開が前提で、Synthesia 210億の18%にあたる規模です。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制作1,213本・黒字化・ツールの海外展開に着手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2.2倍／ツール5.6億／通期黒字／監査開始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制作2,529本・スケール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3.0倍／ツール19.3億／C2C 24.4億／流通株式25%の設計合意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制作3,727本・上場申請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4.0倍／年商115.4億・営業利益40.8億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ToC・ToBとも上限成約で置いています。実際にどこで成約するかを1期から件数と単価の両方で実測します。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AX倍率は次点です。★20案件で実測し2027年6月に更新。4倍なら35.3%、1倍でも27.8%で成立します。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12,000万）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35170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76045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725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38023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69011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1億2,000万。残り約3,000万は2期への持ち越しです。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最大の費目は人件費（社員6名・5,300万）、次が研究開発（3,000万）。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5期37.5億の半分は海外。国内だけなら19億前後に落ちる。1期からSynthesia・HeyGenの価格と機能を追い、勝てる領域（日本語・日本市場の要求）に絞る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③が価格帯の上限で成約しない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★ToC・ToBとも上限で置いている。中点まで落ちると③は約6割になる。件数で補うのではなく②へ寄せる。件数と単価の両方を1期から実測する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③のC2CがGMV142.5億に届かない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ツール開発の投資を止めて制作に全振り。2期の赤字は▲1.4億→▲3,000万台まで縮む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制作を売上の30%に抑えた代わりに、②37.5億と③42.7億が計画の70%になりました。ここが最大の賭けです。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2026-09-23T13:58:49Z</dcterms:created>
  <dcterms:modified xsi:type="dcterms:W3CDTF">2026-09-23T13:58:49Z</dcterms:modified>
</cp:coreProperties>
</file>