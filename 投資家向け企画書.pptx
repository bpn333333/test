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180</c:v>
                </c:pt>
                <c:pt idx="2">
                  <c:v>500</c:v>
                </c:pt>
                <c:pt idx="3">
                  <c:v>1500</c:v>
                </c:pt>
                <c:pt idx="4">
                  <c:v>3300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-113</c:v>
                </c:pt>
                <c:pt idx="1">
                  <c:v>-140</c:v>
                </c:pt>
                <c:pt idx="2">
                  <c:v>-80</c:v>
                </c:pt>
                <c:pt idx="3">
                  <c:v>100</c:v>
                </c:pt>
                <c:pt idx="4">
                  <c:v>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0"/>
          <c:min val="-2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697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AI映像プラットフォーム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6393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世界のクリエイターが作り、稼ぐ場所をつくる。企業案件は、私たちが取ってくる。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1206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クリエイターに「再生数ゼロでも稼げる理由」を先に渡し、そこからプラットフォームを立ち上げます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7160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中国を中心に世界のAIクリエイターを集め、課金とマッチングの両輪で回すプラットフォームをつくる。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340864"/>
            <a:ext cx="3483864" cy="12618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約340億ドル〜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AI短劇の市場規模（中国・推計）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401568"/>
            <a:ext cx="300837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海外市場は500億ドル超との推計。ユーザー28億人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340864"/>
            <a:ext cx="3483864" cy="12618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2本立て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収益の柱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401568"/>
            <a:ext cx="300837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企業案件の仲介（初日から）＋ 視聴課金の分配（6ヶ月目〜）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340864"/>
            <a:ext cx="3483864" cy="12618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" y="3767328"/>
            <a:ext cx="3483864" cy="22128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" y="4023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33272" y="3931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33272" y="4279392"/>
            <a:ext cx="28254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クリエイターが自由に投稿し、課金と視聴で稼げるプラットフォームを運営する。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企業案件は当社が受注し、登録クリエイターに配分する。再生数がゼロでも稼げる。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溜まった制作データで生成AI関連の特許を取得し、モデル開発へ。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52544" y="3767328"/>
            <a:ext cx="3483864" cy="22128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0" y="4023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91456" y="3931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791456" y="4279392"/>
            <a:ext cx="28254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2026年、中国の大手PFは純AIコンテンツの分成を圧縮し、最低保証を廃止した。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AI専業のクリエイターは行き場を探している。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②があるので、トラフィックがゼロの初日からクリエイターに報酬を出せる。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分成率で殴り合わずに済む唯一の設計。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10728" y="3767328"/>
            <a:ext cx="3483864" cy="22128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8" name="Shape 26"/>
          <p:cNvSpPr/>
          <p:nvPr/>
        </p:nvSpPr>
        <p:spPr>
          <a:xfrm>
            <a:off x="8330184" y="4023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549640" y="3931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549640" y="4279392"/>
            <a:ext cx="28254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1年目に基盤を作り、2〜3年目は投資期間。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4年目に単月黒字化、5年目に年商33億・営業利益5億。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自動車産業が輸入技術を4年で国産化したのと同じ道筋を、3年で。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数値の出所は各章に記載。市場規模・収支は［仮置き］を含む計画値です。中国の推計値は1ドル=7.1元で換算しています。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出遅れた日本、淘汰が始まった中国。そしてAIクリエイターが行き場を失った瞬間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政府がAI推進法を制定し、AI基本計画を閣議決定するほどの危機感。映像制作の現場にAIはまだ入っていない。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12998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0742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50742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650742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AI漫劇の制作会社は2026年Q1に1,216社→698社（−42%）。約90%が赤字。最大コストは制作費ではなく広告出稿で全体の約70%。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1636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69380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69380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AIクリエイターが行き場を失った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69380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2026年、中国の大手PFは純AIコンテンツの分成を圧縮し、最低保証を廃止。リソースは実写へ移った。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0274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8018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88018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受け皿をつくる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8018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彼らに「AIを冷遇しない場所」と「再生数ゼロでも稼げる企業案件」を渡す。そこから日本の技術資産へ。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" y="3858768"/>
            <a:ext cx="11000232" cy="208483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0120" y="4041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中国のAI漫劇 制作会社数（活躍承制方）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4439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70001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3337560" y="4700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4069080" y="44439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470001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995160" y="4297680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制作力が市場に溢れ出しています。約90%が赤字。最大コストは制作費ではなく広告出稿で全体の約70%。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彼らに足りないのは「作る力」ではなく「売る力」です。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49270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32150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32150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104181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7061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287061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59091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41971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541971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14002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796882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60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796882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国産化は入口にすぎない。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本当の資産はその後の改善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743200"/>
          <a:ext cx="110002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914400"/>
                <a:gridCol w="2468880"/>
                <a:gridCol w="731520"/>
                <a:gridCol w="32278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完成した技術を持つ側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ノックダウン生産で修得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完全国産化。ただしこれは入口で、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以後の改善で世界一の品質に到達した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行き場を失っている側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案件・課金・データで抱える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内製化。ここからデータで改善を回し、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品質で差をつける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94360" y="4736592"/>
            <a:ext cx="11000232" cy="140817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0"/>
          <p:cNvSpPr/>
          <p:nvPr/>
        </p:nvSpPr>
        <p:spPr>
          <a:xfrm>
            <a:off x="594360" y="4736592"/>
            <a:ext cx="45720" cy="140817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0392" y="48828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ポイントは国産化の速さではありません。その後の改善で、世界一の品質を築いたことです。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0392" y="5212080"/>
            <a:ext cx="10543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日産・トヨタは国産化をゴールにせず、以後20年以上かけて生産方式と品質管理を磨き続けました。1980年代には米国メーカーが日本の生産方式を学びに来る側に回ります。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当社も同じです。内製化（3年）は出発点にすぎません。①②で溜まった制作データで改善を回し続けることが、模倣されない資産になります。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2374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6304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2374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6304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2374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3127248"/>
            <a:ext cx="5362956" cy="20116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" y="3639312"/>
            <a:ext cx="47045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127248"/>
            <a:ext cx="5362956" cy="20116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70548" y="3639312"/>
            <a:ext cx="47045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市場は制約になりません。制約はクリエイター獲得と視聴者獲得の資金です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200400"/>
                <a:gridCol w="3959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性質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AI短劇 市場規模（中国・推計）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約5.0兆〜10.9兆円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推計。出所により幅が大きい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 海外市場（推計）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約7.5兆円超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ユーザー28億人との推計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日本のショートドラマ市場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1,530億円（2026年予測）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中国発アプリがシェア9割超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日本の映像制作市場（企業案件）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4,580億円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実測値。②の対象市場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401568"/>
            <a:ext cx="536295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13816" y="365760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356616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追い風は実測できている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3913632"/>
            <a:ext cx="47045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動画広告市場 2025年 8,855億円 → 2026年 1兆437億円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縦型動画広告は前年比 155.9%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31636" y="3401568"/>
            <a:ext cx="536295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51092" y="365760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70548" y="356616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当社が取りに行く順序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670548" y="3913632"/>
            <a:ext cx="47045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 企業案件（4,580億円の市場）。ここは実測値があります。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 視聴課金。ここは推計値の世界です。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94360" y="4937760"/>
            <a:ext cx="11000232" cy="124358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594360" y="4937760"/>
            <a:ext cx="45720" cy="12435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0392" y="508406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制作原価の下落は、プラットフォーム側にとっては追い風です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" y="5413248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米国では企業動画の制作費中央値がAI導入で 1分あたり約63万円 → 約38万円 に下落済み。受託事業にとっては単価下落の脅威です。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しかし投稿されるコンテンツの量が増えるという意味では、プラットフォームにとっては供給が厚くなるということです。だから受託ではなくプラットフォームを主軸に据えます。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サイバーエージェント 国内動画広告の市場調査 ／ TVtalk「AI短劇深度調研報告」／ nowhere film ／ Vidico（米国相場）。推計値は幅が大きく参考値です。為替は1ドル=150円・1元=21円で換算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両面市場です。ただし②があるため、視聴者がゼロの初日からクリエイターに報酬を出せます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337560"/>
                <a:gridCol w="3566160"/>
                <a:gridCol w="3456432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世界のクリエイター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中国を中心に、自由に投稿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当社プラットフォーム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配信・課金・分配・審査・権利処理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視聴者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課金・視聴 → 収益をクリエイターへ分配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再生数ゼロでも稼げる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①②で溜まる制作データ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指示→初稿→修正→承認／視聴維持率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内製化してモデル開発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工程のツール化・生成AI関連の特許取得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プロダクト外販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粗利率80%以上・人数に比例しない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718304"/>
            <a:ext cx="11000232" cy="13716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718304"/>
            <a:ext cx="45720" cy="13716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86460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②が①のコールドスタートを解きます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19379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両面市場の宿命は「クリエイターは視聴者がいないと来ない、視聴者はコンテンツがないと来ない」。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②は視聴者を必要としません。案件を配ればクリエイターは集まり、その作品が①の初期コンテンツになります。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だから②を先に、①と並走させます。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／ プラットフォームの設計判断は PLATFORM_PIVOT を参照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収益モデルと、最初の設計判断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分配の原資を「広告」ではなく「課金」に置きます。理由は下段の試算です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371600"/>
                <a:gridCol w="1188720"/>
                <a:gridCol w="42336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P1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企業案件の受注 → クリエイターへ配分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フロー・差益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単価48万・粗利率54%。実測前提が使える唯一のライン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視聴課金の当社取り分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数話無料＋以降は都度課金。ReelShort・DramaBox と同型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P3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広告収益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非連動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2年目〜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補助的に置く。主にしない理由は下段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制作ツール・モデルの外販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3年目〜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粗利率80%以上。上場に必要な「読める収益」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639312"/>
            <a:ext cx="5362956" cy="21945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639312"/>
            <a:ext cx="45720" cy="21945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78561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広告分配だと、再生が伸びるほど赤字が膨らみうる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114800"/>
            <a:ext cx="49057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1再生あたりの配信コスト（縦型1分・約20MB）… 0.06〜0.24円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1再生あたりの広告収益（ショートRPM ¥20〜80）… 0.02〜0.08円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広告単価が配信コストを下回る領域があります。だから課金を主に置きます。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639312"/>
            <a:ext cx="5362956" cy="21945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51092" y="38953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70548" y="3803904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先行例も、分配開始には時間をかけている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670548" y="4151376"/>
            <a:ext cx="47045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YouTube 2005年創業 → 2007年 にパートナープログラム開始（2年後）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TikTok Creator Fund は $2億のコミット で立ち上げ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だから当社は、分配原資を調達額に明示的に積んでいます（第10章）。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配信コストは CDN $0.02〜0.08/GB からの概算［仮置き］。課金率・ARPPU は未実測で、1年目に実測して差し替えます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4つの入口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プラットフォームに載せる「当社発の看板コンテンツ」の作り方。版権コストの安い順に着手します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26464"/>
          <a:ext cx="11000232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743200"/>
                <a:gridCol w="3520440"/>
                <a:gridCol w="1828800"/>
                <a:gridCol w="2340864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座組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権利処理が不要。単独で制作できる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自社PFの初期コンテンツ・実績づくり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受託（②と同じ）。先方が権利者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作家と直接レベニューシェア。権利者が1人で交渉が速い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自社PFの課金コンテンツ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中小出版社の既刊マンガ（未映像化作品）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原作使用許諾＋レベニューシェア。制作費は当社負担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407408"/>
            <a:ext cx="5362956" cy="16093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13816" y="4663440"/>
            <a:ext cx="109728" cy="109728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457200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着手の順序は D → B → C → A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4919472"/>
            <a:ext cx="47045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は版権コストがゼロなので、プラットフォーム公開前から積み上げられます。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ローンチ時に「見るものがある」状態をつくる唯一の方法です。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は看板になりますが前払いが必要なため、課金収益が立ってから。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31636" y="4407408"/>
            <a:ext cx="5362956" cy="16093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4407408"/>
            <a:ext cx="45720" cy="16093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455371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882896"/>
            <a:ext cx="49057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JIAA調査でも受容条件1位は「AI利用が明記されている」37.6%。開示を前提に設計します。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 — クリエイター側の相手は TikTok ではありません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快手・抖音・Bilibili・百度が、いまAIクリエイター獲得競争をしています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26464"/>
          <a:ext cx="110002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237744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プログラム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トラフィック支援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快手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「灵感新纪元」AIGC投資計画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 90%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1億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抖音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「漫画星河」計画（IP改編）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純収益の 90%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抖音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AI漫劇 ／ AI実写短劇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30〜50% ／ 40〜60%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上位作品は月10万〜50万元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Bilibili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「觉醒计划」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 80%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数百万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百度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「AI星河計画」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3倍分成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10億級のトラフィックプール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968496"/>
            <a:ext cx="5362956" cy="20116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968496"/>
            <a:ext cx="45720" cy="20116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分成率では勝てません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443984"/>
            <a:ext cx="490575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トラフィックがゼロの新規PFが「うちに投稿してください」と言っても、経済合理性がありません。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正面から分成率で殴り合う設計にはしません。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968496"/>
            <a:ext cx="5362956" cy="20116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51092" y="422452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70548" y="41330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ただし2026年、隙間が開きました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670548" y="4480560"/>
            <a:ext cx="47045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中国のPFは純AIコンテンツの分成を圧縮し、最低保証を廃止。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リソースは実写短劇へ（有料実写は70%→80%に引き上げ）。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ここが唯一の入口です。ただし方針が戻れば消える時限付きです。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Bilibili「2026熱門AI漫劇/短劇創作平台」／ 中伝英才「AI短劇制作平台 2026主流平台全解析」／ 网易「2026短劇分账新政」。条件は頻繁に変わるため、提携前に公式条件の確認が必要です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483864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463040"/>
            <a:ext cx="45720" cy="17373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645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再生数ゼロでも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956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企業案件という別の収入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大手PFには無い。当社が受注して配分するので、視聴者がいなくても報酬が出ます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52544" y="1463040"/>
            <a:ext cx="3483864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1463040"/>
            <a:ext cx="45720" cy="173736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26864" y="1645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1956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2026年の分成圧縮への受け皿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26864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中国PFが下げた分成と廃止した最低保証。そこを埋めます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1463040"/>
            <a:ext cx="3483864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8110728" y="1463040"/>
            <a:ext cx="45720" cy="1737360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85048" y="1645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85048" y="1956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85048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日本語の要件定義・稟議・与信・請求。当社が代行します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3438144"/>
            <a:ext cx="5362956" cy="21945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3438144"/>
            <a:ext cx="45720" cy="21945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0392" y="358444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視聴者側の競合は、さらに厳しい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" y="3913632"/>
            <a:ext cx="49057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SHORT／SWIPEDRAMA／UniReel など最低8サービス。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中国発アプリが日本のアプリ市場シェア9割超。市場は1,530億円規模（2026年予測）で、民放キー局も参入を模索。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31636" y="3438144"/>
            <a:ext cx="5362956" cy="21945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1092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70548" y="3602736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だから、視聴者は「後から」取ります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70548" y="3950208"/>
            <a:ext cx="47045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視聴者獲得（流量投放）は6ヶ月目のPF公開以降に集中投下します。ここが最大の支出項目です（第10章）。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Japan（中国発アプリの日本シェア）。詳細は COMPETITORS.md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プラットフォーム事業に転換したことで生じた課題を含めて開示します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06831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両面市場のコールドスタート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②の企業案件を先に回す。視聴者ゼロでもクリエイターに報酬が出る状態を初日から作る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分配の原資が初期はゼロ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調達額に分配原資を明示的に積む（1年目1,500万）。課金モデルを主にし、広告分配は補助に置く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視聴者獲得が最大の支出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PF公開（6ヶ月目）まで投下しない。公開後に集中投下し、CPIを実測してから増減させる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投稿・決済の経路を設計段階で検証。国内向けミラーまたは提携PF経由の投稿導線を用意する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「AIっぽさ」が視聴維持率を下げる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審査基準に組み込み、品質判定の自動化を特許①として出願。視聴維持率データを学習側に回す</a:t>
                      </a:r>
                      <a:endParaRPr lang="en-US" sz="11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PLATFORM_PIVOT ／ COMPETITORS ／ MOAT_TIMELINE ／ CHINA_SOURCING に記載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（記入予定）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3483864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9D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67712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経歴 ／ 実績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2544" y="1554480"/>
            <a:ext cx="3483864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9D4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26864" y="18470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CTO／開発責任者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2267712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10728" y="1554480"/>
            <a:ext cx="3483864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9D4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8385048" y="18470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クリエイター獲得責任者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267712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3931920"/>
            <a:ext cx="11000232" cy="19202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4"/>
          <p:cNvSpPr/>
          <p:nvPr/>
        </p:nvSpPr>
        <p:spPr>
          <a:xfrm>
            <a:off x="813816" y="4187952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33272" y="4096512"/>
            <a:ext cx="10341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この章は記入予定です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33272" y="4443984"/>
            <a:ext cx="1034186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代表の経歴と実績 ／ これから採用する職種・時期・採用チャネル ／ アドバイザー・顧問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プラットフォーム事業への転換により、1年目からエンジニアが必要になりました。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1年目は6名体制（代表・エンジニア2・運営2・営業1）を想定しています。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プラットフォーム型のため3年目まで赤字が前提。単月黒字化は4年目、上場申請は5期です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― 基盤をつくる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PF開発と公開（6ヶ月目）。企業案件で2,700万、課金で300万。営業利益 ▲1.1億は計画通りの投資です。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2〜3期 ― 投資期間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視聴者獲得に集中投下。赤字は2期に最大化し、3期から縮小に転じます。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4期に単月黒字化、5期に年商33億・営業利益5億。時価総額100億の水準へ。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42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この期にやること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この期の到達点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PF公開・登録100名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 月300万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MAU・課金率の実測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監査法人ショートレビュー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監査開始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赤字が縮小に転じる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単月黒字化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内部管理体制の構築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年商33億・営業利益5億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想定時価総額100億円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計画値。P2（課金）の課金率・ARPPU は未実測です。1期に実測して差し替えます。プラットフォーム型のため赤字期間が長く、追加調達を前提としています（第10章）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481328"/>
            <a:ext cx="1980590" cy="548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3816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2026/10-2027/9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・PF開発・公開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・クリエイター100名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・企業案件の立ち上げ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849270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10"/>
          <p:cNvSpPr/>
          <p:nvPr/>
        </p:nvSpPr>
        <p:spPr>
          <a:xfrm>
            <a:off x="2849270" y="1481328"/>
            <a:ext cx="1980590" cy="548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8726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68726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2027/10-2028/9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068726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・視聴者獲得に集中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・課金率の実測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・監査法人SR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104181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5104181" y="1481328"/>
            <a:ext cx="1980590" cy="54864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23637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23637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2028/10-2029/9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323637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・赤字が縮小へ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59091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2" name="Shape 20"/>
          <p:cNvSpPr/>
          <p:nvPr/>
        </p:nvSpPr>
        <p:spPr>
          <a:xfrm>
            <a:off x="7359091" y="1481328"/>
            <a:ext cx="1980590" cy="54864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78547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78547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2029/10-2030/9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578547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・単月黒字化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614002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9614002" y="1481328"/>
            <a:ext cx="1980590" cy="54864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33458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833458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2030/10-2031/9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9833458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3438144"/>
            <a:ext cx="536295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2" name="Shape 30"/>
          <p:cNvSpPr/>
          <p:nvPr/>
        </p:nvSpPr>
        <p:spPr>
          <a:xfrm>
            <a:off x="81381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33272" y="3602736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33272" y="3950208"/>
            <a:ext cx="47045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3億（2期）→ シリーズB 8億（4期）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35%前後 を想定。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31636" y="3438144"/>
            <a:ext cx="5362956" cy="14813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6" name="Shape 34"/>
          <p:cNvSpPr/>
          <p:nvPr/>
        </p:nvSpPr>
        <p:spPr>
          <a:xfrm>
            <a:off x="6231636" y="3438144"/>
            <a:ext cx="45720" cy="14813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87668" y="358444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5年で上場するための条件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87668" y="3913632"/>
            <a:ext cx="49057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2期目（2028年）に監査法人のショートレビューを受ける必要があります。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赤字が最大化する期に監査法人を確保できるかが最初の関門です。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94360" y="5084064"/>
            <a:ext cx="11000232" cy="841248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5256" y="5138928"/>
            <a:ext cx="10378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ゴールは上場ではありません。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グロースは2030年3月以降「上場5年経過後に時価総額100億円」の維持基準が新設。2031年上場なら2036年に100億円。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5期の売上33億・営業利益5億を前提に、3手法で試算しています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483864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67〜134億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23744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当期純利益 約3.3億（実効税率33%）× PER 20〜40倍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63040"/>
            <a:ext cx="3483864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66〜165億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PSR法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23744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売上33億 × PSR 2〜5倍。プラットフォーム型はこちらで見られやすい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63040"/>
            <a:ext cx="3483864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58〜98億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EV/EBITDA法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23744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EBITDA 約6.5億 × 8.9〜15倍（情報通信業の中央値8.9倍）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962656"/>
            <a:ext cx="11000232" cy="53035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5256" y="2962656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中心値は 時価総額 100億円 ─ グロースの上場維持基準「上場5年経過後に100億円以上」から逆算しています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3639312"/>
            <a:ext cx="536295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38953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3272" y="3803904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M&amp;A で売却する場合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151376"/>
            <a:ext cx="47045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3期（売上5億・赤字）… 10〜30億。買い手が評価するのはクリエイターネットワークと技術。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4期（売上15億・営業利益1億）… 25〜55億 ／ 5期（売上33億）… 58〜98億。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戦略的買い手（中国PF・テレビ局・大手代理店）ならシナジー価格が乗ります。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31636" y="3639312"/>
            <a:ext cx="536295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6451092" y="38953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0548" y="3803904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創業者・投資家のリターン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70548" y="4151376"/>
            <a:ext cx="47045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 35%前後 を想定（CAP_TABLE.md）。時価総額100億なら評価額 約35億。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IPOは上場直後に全株を売れません。ロックアップ（通常90〜180日）があり、現金化は数年かけて段階的になります。M&amp;Aは一括で現金化できる点が違います。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360" y="5248656"/>
            <a:ext cx="11000232" cy="8412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" y="5248656"/>
            <a:ext cx="45720" cy="8412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0392" y="53949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すべて「成功した場合」の試算です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50392" y="5724144"/>
            <a:ext cx="10543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プラットフォーム型は勝者総取りになりやすく、2位以下の評価は急落します。2025年のグロースIPOは18社（前年34社から半減）で、IPO市場そのものが縮んでいます。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みつきコンサルティング（メディア・コンテンツ業界のM&amp;A）／ EY Japan（2026年以降のIPO市場）／ FiNX（グロース維持基準の制度化）。倍率は市況で変動します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各フェーズを、次へ進むための「ゲート条件」で管理します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937760"/>
                <a:gridCol w="4599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法人設立・PF要件定義・クリエイター20名と先行契約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クリエイター20名の登録／PF仕様の確定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PF開発（アプリ・Web・課金・分配）／企業案件の受注開始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 累計5本／粗利率55%以上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PF公開（6ヶ月目）・視聴者獲得の開始・D案IPの投入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登録100名／公開作品500本／課金率の初回実測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視聴者獲得に集中投下・課金モデルの最適化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MAUとCPIの実測／監査法人ショートレビュー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赤字の縮小・プロダクト（P4）の開発着手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監査開始／赤字が縮小に転じる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単月黒字化・内部管理体制の構築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単月黒字化／プロダクト比率10%以上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上場申請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年商33億・営業利益5億／時価総額100億</a:t>
                      </a:r>
                      <a:endParaRPr lang="en-US" sz="10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230368"/>
            <a:ext cx="11000232" cy="8595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13816" y="548640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5394960"/>
            <a:ext cx="10341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5742432"/>
            <a:ext cx="10341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とくに「課金率の初回実測」（2027/4-9）は、以降のすべての売上計画が乗る数字です。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081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14,280万）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739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828800"/>
            <a:ext cx="2286000" cy="1737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24728" y="177393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4800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276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PF開発（アプリ・Web・課金）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2331720"/>
            <a:ext cx="1666875" cy="173736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24728" y="227685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3500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7797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人件費（6名）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74720" y="2834640"/>
            <a:ext cx="1428750" cy="173736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24728" y="277977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分配原資の補填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3337560"/>
            <a:ext cx="714375" cy="1737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24728" y="328269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7856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74720" y="3840480"/>
            <a:ext cx="228600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24728" y="378561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480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288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4343400"/>
            <a:ext cx="190500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24728" y="428853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791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法務（資金決済法・規約・UGC対応）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4720" y="4846320"/>
            <a:ext cx="142875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24728" y="479145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2943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インフラ（配信・ストレージ）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4720" y="5349240"/>
            <a:ext cx="142875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24728" y="529437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03720" y="1737360"/>
            <a:ext cx="2208276" cy="142646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資本金（創業者出資）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41464" y="2798064"/>
            <a:ext cx="17327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86316" y="1737360"/>
            <a:ext cx="2208276" cy="142646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24060" y="2798064"/>
            <a:ext cx="17327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903720" y="3346704"/>
            <a:ext cx="4690872" cy="170078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0" name="Shape 38"/>
          <p:cNvSpPr/>
          <p:nvPr/>
        </p:nvSpPr>
        <p:spPr>
          <a:xfrm>
            <a:off x="6903720" y="3346704"/>
            <a:ext cx="45720" cy="17007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59752" y="3493008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追加調達を前提にしています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159752" y="3822192"/>
            <a:ext cx="42336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1.5億は1年目を賄う額です。2期は視聴者獲得が通年になるため、支出は1年目を上回ります。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2期にシリーズA 3億、4期にシリーズB 8億。累計調達は12.5億規模です。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プラットフォーム型は数年の赤字が構造的な前提であり、それを織り込んだ資本政策にしています。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03720" y="5175504"/>
            <a:ext cx="4690872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7123176" y="543153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342632" y="534009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補助金は資金繰りに算入していません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7342632" y="5687568"/>
            <a:ext cx="4032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後払い（精算払い）で入金が1年以上先のためです。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" y="56692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融資は使いません。全額をエクイティで調達します。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［仮置き］視聴者獲得のCPIが未実測のため、最大費目である流量投放4,800万の精度が最も低い数字です。PF公開後に実測して増減させます。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把握しているリスクを、影響度の高い順に開示します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3291840"/>
                <a:gridCol w="46451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視聴者が集まらない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中国発アプリが日本のシェア9割超。CPIが未実測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PF公開まで流量投放を投下しない。公開後にCPIを実測し、閾値を超えたら企業案件（②）に軸足を戻す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クリエイターが集まらない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快手は最大90%分成＋1億トラフィックを提示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中国PFが分成圧縮を撤回する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2026年の隙間は時限付き。方針が戻れば消える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四半期ごとに各PFの分成条件を追跡。撤回の兆候が出たら獲得を前倒しする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追加調達が続かない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3期まで赤字。シリーズA・Bが前提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企業案件（②）を単独で黒字化できる水準まで育て、最悪ケースでも事業が止まらない構造にする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資金決済法・UGC対応の義務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前払式支払手段の届出／登録、削除要請・発信者情報開示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PF設計の前に弁護士へ確認。法務費用300万を初年度に計上済み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投稿・決済の経路がGFWの影響を受けうる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設計段階で検証。国内向けミラーまたは提携PF経由の投稿導線を用意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PLATFORM_PIVOT ／ COMPETITORS ／ MOAT_TIMELINE ／ CHINA_SOURCING に記載しています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73736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560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行き場を失ったクリエイターに、稼ぐ場所を。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295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中国の大手がAIを冷遇し始めた今が、受け皿をつくる唯一の窓です。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4480560"/>
            <a:ext cx="4572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2104" y="4498848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32104" y="502920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4480560"/>
            <a:ext cx="4572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4498848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02920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この窓が開いている期間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10728" y="4480560"/>
            <a:ext cx="4572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48472" y="4498848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348472" y="502920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AI映像プラットフォーム事業</dc:creator>
  <cp:lastModifiedBy>AI映像プラットフォーム事業</cp:lastModifiedBy>
  <cp:revision>1</cp:revision>
  <dcterms:created xsi:type="dcterms:W3CDTF">2026-09-09T01:07:13Z</dcterms:created>
  <dcterms:modified xsi:type="dcterms:W3CDTF">2026-09-09T01:07:13Z</dcterms:modified>
</cp:coreProperties>
</file>